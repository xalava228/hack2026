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2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50295" y="-128016"/>
            <a:ext cx="2651760" cy="265176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3840480" cy="128016"/>
          </a:xfrm>
          <a:prstGeom prst="rect">
            <a:avLst/>
          </a:prstGeom>
          <a:solidFill>
            <a:srgbClr val="3D9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256676"/>
            <a:ext cx="1054577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400" b="1" dirty="0" err="1">
                <a:solidFill>
                  <a:srgbClr val="22C1C3"/>
                </a:solidFill>
                <a:latin typeface="Cambria Bold"/>
              </a:rPr>
              <a:t>История</a:t>
            </a:r>
            <a:r>
              <a:rPr sz="5400" b="1" dirty="0">
                <a:solidFill>
                  <a:srgbClr val="22C1C3"/>
                </a:solidFill>
                <a:latin typeface="Cambria Bold"/>
              </a:rPr>
              <a:t> </a:t>
            </a:r>
            <a:r>
              <a:rPr sz="5400" b="1" dirty="0" err="1">
                <a:solidFill>
                  <a:srgbClr val="22C1C3"/>
                </a:solidFill>
                <a:latin typeface="Cambria Bold"/>
              </a:rPr>
              <a:t>компании</a:t>
            </a:r>
            <a:r>
              <a:rPr sz="5400" b="1" dirty="0">
                <a:solidFill>
                  <a:srgbClr val="22C1C3"/>
                </a:solidFill>
                <a:latin typeface="Cambria Bold"/>
              </a:rPr>
              <a:t> </a:t>
            </a:r>
            <a:r>
              <a:rPr sz="5400" b="1" dirty="0" err="1">
                <a:solidFill>
                  <a:srgbClr val="22C1C3"/>
                </a:solidFill>
                <a:latin typeface="Cambria Bold"/>
              </a:rPr>
              <a:t>Rostelekom</a:t>
            </a:r>
            <a:r>
              <a:rPr sz="5400" b="1" dirty="0">
                <a:solidFill>
                  <a:srgbClr val="22C1C3"/>
                </a:solidFill>
                <a:latin typeface="Cambria Bold"/>
              </a:rPr>
              <a:t> в РФ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2C1C3"/>
                </a:solidFill>
                <a:latin typeface="Cambria Bold"/>
              </a:rPr>
              <a:t>Основание и первые шаги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7280" cy="381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Rostelekom был основан в 2009 году путём слияния нескольких крупных телекоммуникационных компаний.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Основная задача компании — предоставление широкого спектра телекоммуникационных услуг населению и бизнесу.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В начале своей деятельности компания сосредоточилась на развитии фиксированной телефонной связи и передачи данных.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В 2010 году Rostelekom стала крупнейшим провайдером широкополосного доступа в Интернет в России.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Компания начала активное развитие сети и внедрение новых технологий, таких как IPTV и VoIP.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Первыми шагами также стало создание современной инфраструктуры и укрепление позиций на рынке телекоммуникаций.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2C1C3"/>
                </a:solidFill>
                <a:latin typeface="Cambria Bold"/>
              </a:rPr>
              <a:t>Развитие и расширение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7280" cy="381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В 2011 году компания вышла на международный рынок, начав свою деятельность в нескольких странах СНГ и дальнего зарубежья.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Активно внедряла новые технологии и услуги, такие как широкополосный интернет, IPTV, мобильная связь и облачные решения.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Расширяла сеть, открывая новые офисы и точки доступа, что способствовало значительному увеличению числа абонентов.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Осуществляла стратегические слияния и поглощения, что помогло укрепить позиции на рынке и расширить спектр предоставляемых услуг.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Инвестировала в развитие инфраструктуры, модернизируя существующие сети и создавая новые, более эффективные и надежные каналы связи.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Сотрудничала с различными государственными и частными организациями, внедряя передовые решения в области телекоммуникаций.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2C1C3"/>
                </a:solidFill>
                <a:latin typeface="Cambria Bold"/>
              </a:rPr>
              <a:t>Стратегические направления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7280" cy="381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Освоение рынка цифровых услуг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Развитие облачных технологий и IoT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Внедрение искусственного интеллекта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2C1C3"/>
                </a:solidFill>
                <a:latin typeface="Cambria Bold"/>
              </a:rPr>
              <a:t>Ключевые достижения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7280" cy="381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Запущен проект по Smart City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Создано подразделение Rostelecom-Smart Cities &amp; Regions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Лидер в цифровизации госуслуг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2C1C3"/>
                </a:solidFill>
                <a:latin typeface="Cambria Bold"/>
              </a:rPr>
              <a:t>Сотрудничество с государством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7280" cy="381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Активно сотрудничает с правительством РФ, выполняя задачи по развитию телекоммуникационной инфраструктуры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Участвует в государственных программах, направленных на модернизацию и цифровизацию различных сфер экономики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Поддерживает развитие цифровой экономики, внедряя передовые технологии и решения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Выступает партнёром в реализации национальных проектов, таких как "Цифровая экономика"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Обеспечивает надёжное функционирование государственных информационных систем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Взаимодействует с различными министерствами и ведомствами для повышения эффективности управления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Регулярно проводит совместные мероприятия и форумы, способствующие диалогу между бизнесом и государством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2C1C3"/>
                </a:solidFill>
                <a:latin typeface="Cambria Bold"/>
              </a:rPr>
              <a:t>Инвестиции и инновации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7280" cy="381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Инвестирует в исследования и разработки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Внедряет передовые технологии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Сотрудничает с университетами и научными центрами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2C1C3"/>
                </a:solidFill>
                <a:latin typeface="Cambria Bold"/>
              </a:rPr>
              <a:t>Цифровая трансформация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7280" cy="381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Продвигает идею цифровой трансформации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Внедряет решения для бизнеса и госучреждений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Разрабатывает платформы для управления данными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2C1C3"/>
                </a:solidFill>
                <a:latin typeface="Cambria Bold"/>
              </a:rPr>
              <a:t>Развитие и расширение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7280" cy="381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В 2011 году компания вышла на международный рынок, открыв офисы в нескольких странах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Активно внедряла новые технологии и услуги, такие как широкополосный доступ в интернет, IPTV и мобильная связь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Расширяла сеть, строя новые объекты инфраструктуры и модернизируя существующие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Увеличивала число абонентов благодаря качественному обслуживанию и конкурентоспособным тарифам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Осуществляла слияния и поглощения, что способствовало укреплению позиций на рынке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Развивала партнёрские отношения с крупными игроками в сфере телекоммуникаций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2C1C3"/>
                </a:solidFill>
                <a:latin typeface="Cambria Bold"/>
              </a:rPr>
              <a:t>Социальная ответственность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7280" cy="381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Уделяет внимание социальным проектам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Поддерживает образование и культуру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Участвует в благотворительных программах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2C1C3"/>
                </a:solidFill>
                <a:latin typeface="Cambria Bold"/>
              </a:rPr>
              <a:t>Корпоративная культура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7280" cy="381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Стремится создать комфортную рабочую среду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Проводит тренинги и обучение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Развивает внутренние коммуникации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2C1C3"/>
                </a:solidFill>
                <a:latin typeface="Cambria Bold"/>
              </a:rPr>
              <a:t>Финансовые показатели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7280" cy="381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Демонстрирует стабильный рост выручки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Инвестирует в развитие инфраструктуры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Поддерживает высокий уровень прибыльности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2C1C3"/>
                </a:solidFill>
                <a:latin typeface="Cambria Bold"/>
              </a:rPr>
              <a:t>Будущее компании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7280" cy="381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Продолжит развивать цифровые технологии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Фокусируется на инновациях и качестве услуг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Стремится стать глобальным игроком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2C1C3"/>
                </a:solidFill>
                <a:latin typeface="Cambria Bold"/>
              </a:rPr>
              <a:t>Основные конкуренты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7280" cy="381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Конкуренты включают МТС, Вымпелком (Билайн), Мегафон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Активно конкурируют в предоставлении телекоммуникационных услуг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Инвестируют в развитие цифровых технологий и инноваций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Осуществляют широкий спектр услуг: мобильная и фиксированная связь, интернет, телевидение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Конкуренты также активно развивают свои корпоративные программы и социальные проекты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Rostelecom стремится сохранять лидерство благодаря постоянному совершенствованию продуктов и услуг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2C1C3"/>
                </a:solidFill>
                <a:latin typeface="Cambria Bold"/>
              </a:rPr>
              <a:t>Цифровая безопасность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7280" cy="381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Уделяет внимание безопасности данных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Разрабатывает и внедряет защитные механизмы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Сотрудничает с государственными органами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2C1C3"/>
                </a:solidFill>
                <a:latin typeface="Cambria Bold"/>
              </a:rPr>
              <a:t>Проекты в образовании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7280" cy="381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Внедряет цифровые решения в учебные заведения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Поддерживает программы IT-образования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Сотрудничает с школами и университетами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2C1C3"/>
                </a:solidFill>
                <a:latin typeface="Cambria Bold"/>
              </a:rPr>
              <a:t>Технологические партнерства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7280" cy="381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Сотрудничает с ведущими технологическими компаниями России и мира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Внедряет совместные проекты в области телекоммуникаций и цифровых технологий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Поддерживает развитие цифровой экосистемы страны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Осуществляет партнёрские программы с университетами и научными центрами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Участвует в международных технологических форумах и выставках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Разрабатывает и внедряет передовые решения вместе с крупными IT-компаниями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2C1C3"/>
                </a:solidFill>
                <a:latin typeface="Cambria Bold"/>
              </a:rPr>
              <a:t>Экологическая политика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7280" cy="381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Внедряет экологически чистые технологии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Поддерживает программы снижения углеродного следа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Участвует в международных экологических инициативах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0040"/>
            <a:ext cx="1737360" cy="17373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2C1C3"/>
                </a:solidFill>
                <a:latin typeface="Cambria Bold"/>
              </a:rPr>
              <a:t>Цифровые платформы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7280" cy="381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Разрабатывает и управляет цифровыми платформами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Включает платформы для госуслуг и бизнеса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D9970"/>
                </a:solidFill>
                <a:latin typeface="Cambria"/>
              </a:rPr>
              <a:t>●  </a:t>
            </a:r>
            <a:r>
              <a:rPr sz="2000">
                <a:solidFill>
                  <a:srgbClr val="111827"/>
                </a:solidFill>
                <a:latin typeface="Cambria"/>
              </a:rPr>
              <a:t>Фокусируется на удобстве и функциональности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411480"/>
            <a:ext cx="1463040" cy="14630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4577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1">
                <a:solidFill>
                  <a:srgbClr val="22C1C3"/>
                </a:solidFill>
                <a:latin typeface="Cambria Bold"/>
              </a:rPr>
              <a:t>Корпоративное управление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9448495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3D9970"/>
                </a:solidFill>
                <a:latin typeface="Cambria"/>
              </a:rPr>
              <a:t>●  </a:t>
            </a:r>
            <a:r>
              <a:rPr sz="2200">
                <a:solidFill>
                  <a:srgbClr val="111827"/>
                </a:solidFill>
                <a:latin typeface="Cambria"/>
              </a:rPr>
              <a:t>Следует практикам корпоративного управления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3D9970"/>
                </a:solidFill>
                <a:latin typeface="Cambria"/>
              </a:rPr>
              <a:t>●  </a:t>
            </a:r>
            <a:r>
              <a:rPr sz="2200">
                <a:solidFill>
                  <a:srgbClr val="111827"/>
                </a:solidFill>
                <a:latin typeface="Cambria"/>
              </a:rPr>
              <a:t>Обеспечивает прозрачность и ответственность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3D9970"/>
                </a:solidFill>
                <a:latin typeface="Cambria"/>
              </a:rPr>
              <a:t>●  </a:t>
            </a:r>
            <a:r>
              <a:rPr sz="2200">
                <a:solidFill>
                  <a:srgbClr val="111827"/>
                </a:solidFill>
                <a:latin typeface="Cambria"/>
              </a:rPr>
              <a:t>Взаимодействует с инвесторами и партнёрами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745</Words>
  <Application>Microsoft Office PowerPoint</Application>
  <PresentationFormat>Широкоэкранный</PresentationFormat>
  <Paragraphs>96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Cambria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крах богдан</dc:creator>
  <cp:keywords/>
  <dc:description>generated using python-pptx</dc:description>
  <cp:lastModifiedBy>крах богдан</cp:lastModifiedBy>
  <cp:revision>2</cp:revision>
  <dcterms:created xsi:type="dcterms:W3CDTF">2013-01-27T09:14:16Z</dcterms:created>
  <dcterms:modified xsi:type="dcterms:W3CDTF">2026-04-29T03:08:46Z</dcterms:modified>
  <cp:category/>
</cp:coreProperties>
</file>